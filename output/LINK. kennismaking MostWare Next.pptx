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MostWare Next</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MOSTWARE NEXT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MostWare Next kan betekenen: structureel gesprekken met bedrijven die nog niet weten wat jullie te bieden hebben, en na twaalf weken een plan op basis van echte cijfers.</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2260594"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821518"/>
            <a:ext cx="1904995" cy="19333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branche, grootte, regio en functie. Bestaande relaties en uitsluitingen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de beslisser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MostWare Next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MostWare Next</dc:title>
  <dc:subject>PptxGenJS Presentation</dc:subject>
  <dc:creator>LINK.</dc:creator>
  <cp:lastModifiedBy>LINK.</cp:lastModifiedBy>
  <cp:revision>1</cp:revision>
  <dcterms:created xsi:type="dcterms:W3CDTF">2026-09-22T13:42:39Z</dcterms:created>
  <dcterms:modified xsi:type="dcterms:W3CDTF">2026-09-22T13:42:39Z</dcterms:modified>
</cp:coreProperties>
</file>