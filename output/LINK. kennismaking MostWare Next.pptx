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MostWare Next</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MAURICE · MOSTWARE NEXT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We bellen al voor HeadsUp. Voor MostWare Next stellen we onze nieuwe pilot voor: een vast aantal gekwalificeerde afspraken, elke week cijfers en na twaalf weken een onderbouwd plan.</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2260594" cy="406399"/>
          </a:xfrm>
          <a:prstGeom prst="roundRect">
            <a:avLst>
              <a:gd name="adj" fmla="val 218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31995" y="5821518"/>
            <a:ext cx="1904995" cy="1933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Voor HeadsUp bellen we al.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NIEUWE 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functie. Bestaande relaties en uitsluitingen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Maurice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MostWare Next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MostWare Next</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Maurice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MostWare Next</dc:title>
  <dc:subject>PptxGenJS Presentation</dc:subject>
  <dc:creator>LINK.</dc:creator>
  <cp:lastModifiedBy>LINK.</cp:lastModifiedBy>
  <cp:revision>1</cp:revision>
  <dcterms:created xsi:type="dcterms:W3CDTF">2026-10-12T13:29:41Z</dcterms:created>
  <dcterms:modified xsi:type="dcterms:W3CDTF">2026-10-12T13:29:41Z</dcterms:modified>
</cp:coreProperties>
</file>