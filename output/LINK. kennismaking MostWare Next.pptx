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MAURICE · MOSTWARE NEXT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We bellen al voor HeadsUp. Voor MostWare Next stellen we onze nieuwe pilot voor: een vast aantal gekwalificeerde afspraken, elke week cijfers en na twaalf weken een onderbouwd plan.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2260594"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821518"/>
            <a:ext cx="1904995" cy="1933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HeadsUp bellen we al.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NIEUWE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Maurice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MostWare Next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Maurice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MostWare Next</dc:title>
  <dc:subject>PptxGenJS Presentation</dc:subject>
  <dc:creator>LINK.</dc:creator>
  <cp:lastModifiedBy>LINK.</cp:lastModifiedBy>
  <cp:revision>1</cp:revision>
  <dcterms:created xsi:type="dcterms:W3CDTF">2026-09-28T05:55:40Z</dcterms:created>
  <dcterms:modified xsi:type="dcterms:W3CDTF">2026-09-28T05:55:40Z</dcterms:modified>
</cp:coreProperties>
</file>