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Tien weken bellen zitten erop. In deze presentatie staat wie er aan tafel is gekomen, wat er nu klaarstaat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er een waarin één goed gesprek veel waard is. Een directeur of marketingverantwoordelijke bij een organisatie van deze omvang spreek je niet via een advertentie. Daar is de telefoon het enige kanaal dat erdoorheen komt, en dat is precies wat wij doen.</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 Creative Agency,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scherp vast, inclusief de ondergrens in medewerkers. Hoe scherper die eis, hoe hoger het rendement per beldag.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Tien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en wat er nu ligt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GESPREKKEN MET DE DOELGROEP</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Directeuren, MT-leden en marketingverantwoordelijken, persoonlijk aan de lijn gehad.</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540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KENNEN DE NAAM</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Allemaal benaderd namens OK Creative Agency. Voor een naam die vorig jaar nog Onze Kapel heette is dat op zichzelf waarde.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introducties die nog lopen, met naam, reden en datum erbij.</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Twaalf staan er nu, twee volgen nog voor 25 oktober. Daarmee komt werkperiode 3 op het afgesproken aantal van zes.</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ER AAN TAFEL KWAM</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bedrijven die aan tafel kwamen, waaronder deze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Reageerde op de mail vanuit OK Creative Agency. Ellen wil online sparren. Gekomen uit jullie eigen lijst met gewenste klanten.</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Iv-Consult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22 oktober om 14:00 met Marieke de Groot. Koud benaderd, zij nam zelf contact op om kennis te maken.</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Danieli Corus</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Edo Engel, marketingmanager Nederland, met een concrete vraag. Koud benaderd en direct overgedragen.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En negen andere</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Verpact, Zorgwerk, Hotel Specials, Doen'r, Aluwdoors, AAme, BNU Personeel, Rotterdam Leisure Group en TC Productions. Allemaal met naam, aanleiding en contactpersoon vastgelegd.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Zestig bedrijven wachten op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een tweede belletje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90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Afgesproken met de juiste persoon, op een afgesproken moment.</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INTRODUCTIES VERSTUURD</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om informatie vroegen en binnen drie werkdagen worden nagebeld.</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NOG DEZE MAAND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momenten in oktober, allemaal met naam en reden vastgelegd.</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60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MET EEN DATUM VANAF NU</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Dit is werk dat al gedaan en betaald is. Het rendeert pas in werkperiode 4.</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eerste gesprekken zijn het zwaarst in deze markt. Deze zestig zijn al langs de receptie, kennen de naam OK Creative Agency en weten waarom er gebeld wordt.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target vanaf werkperiode 4. Vier beldagen zijn dan zes afspraken per werkperiode.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bouwen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zetten we vooraf samen de bellijst op, met een vast deel namen die jullie zelf aandragen. Dat is wat het target van anderhalve afspraak per beldag haalbaar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556481" y="5276837"/>
            <a:ext cx="127000" cy="127000"/>
          </a:xfrm>
          <a:prstGeom prst="rect">
            <a:avLst/>
          </a:prstGeom>
        </p:spPr>
      </p:pic>
      <p:sp>
        <p:nvSpPr>
          <p:cNvPr id="35" name="Text 31"/>
          <p:cNvSpPr txBox="1"/>
          <p:nvPr/>
        </p:nvSpPr>
        <p:spPr>
          <a:xfrm>
            <a:off x="7759681" y="5245087"/>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556481" y="5530836"/>
            <a:ext cx="127000" cy="127000"/>
          </a:xfrm>
          <a:prstGeom prst="rect">
            <a:avLst/>
          </a:prstGeom>
        </p:spPr>
      </p:pic>
      <p:sp>
        <p:nvSpPr>
          <p:cNvPr id="39" name="Text 33"/>
          <p:cNvSpPr txBox="1"/>
          <p:nvPr/>
        </p:nvSpPr>
        <p:spPr>
          <a:xfrm>
            <a:off x="7759681" y="5499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556481" y="5784836"/>
            <a:ext cx="127000" cy="127000"/>
          </a:xfrm>
          <a:prstGeom prst="rect">
            <a:avLst/>
          </a:prstGeom>
        </p:spPr>
      </p:pic>
      <p:sp>
        <p:nvSpPr>
          <p:cNvPr id="43" name="Text 35"/>
          <p:cNvSpPr txBox="1"/>
          <p:nvPr/>
        </p:nvSpPr>
        <p:spPr>
          <a:xfrm>
            <a:off x="7759681" y="5753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nu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vastgelegd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553</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geen</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Garantie</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gratis beldag</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gratis beldag</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Het verschil is niet alleen het aantal, maar de zekerheid eronder. Zes afspraken per werkperiode wordt een afspraak in plaats van een verwachting, en halen we het niet, dan bellen we een dag extra op onze kosten.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ING en Verpact kwamen daaruit. Daar willen we er vanaf werkperiode 4 meer van op de lijst.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2026-10-12T13:23:09Z</dcterms:created>
  <dcterms:modified xsi:type="dcterms:W3CDTF">2026-10-12T13:23:09Z</dcterms:modified>
</cp:coreProperties>
</file>