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Securicon</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BERT · SECURICON ·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Securicon kan betekenen: structureel aan tafel bij bedrijven en instellingen die hun beveiliging willen vernieuwen of uitbesteden,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Securicon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Securicon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Securicon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branche, grootte, regio en de persoon die over beveiliging gaat.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Securicon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Securicon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pand voldoen aan de criteria uit de kick-off, en er valt iets te beveiligen of te vernieuwen.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een concrete aanleiding: een verouderde installatie, een aflopend onderhoudscontract, een verbouwing of nieuwbouw, of gedoe met de huidige partij.</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degene die over beveiliging en onderhoud gaat. Vaak de eigenaar, facilitair manager of technisch verantwoordelijke.</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Securicon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de persoon die over beveiliging gaat.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Looptijd van twaalf weken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pilot loopt twaalf weken. We bellen daarin op de dagen en dagdelen die in onze data het beste werken voor jullie branche, met een regionaal nummer op jullie naam. Elke week een rapportage, om de week evaluatie.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Beldagen binnen een looptijd van 12 weken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Securicon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Securicon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Bert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Securicon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Securicon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Securicon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Bert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Securicon</dc:title>
  <dc:subject>PptxGenJS Presentation</dc:subject>
  <dc:creator>LINK.</dc:creator>
  <cp:lastModifiedBy>LINK.</cp:lastModifiedBy>
  <cp:revision>1</cp:revision>
  <dcterms:created xsi:type="dcterms:W3CDTF">2026-10-02T08:24:18Z</dcterms:created>
  <dcterms:modified xsi:type="dcterms:W3CDTF">2026-10-02T08:24:18Z</dcterms:modified>
</cp:coreProperties>
</file>