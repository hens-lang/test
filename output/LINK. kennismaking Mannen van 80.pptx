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Mannen van 80</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RIK · MANNEN VAN 80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Mannen van 80 kan betekenen: structureel gesprekken met bedrijven die jullie nog niet kennen, en na twaalf weken een plan op basis van echte cijfers.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pic>
        <p:nvPicPr>
          <p:cNvPr id="32" name="Image 0" descr="preencoded.png">    </p:cNvPr>
          <p:cNvPicPr>
            <a:picLocks noChangeAspect="1"/>
          </p:cNvPicPr>
          <p:nvPr/>
        </p:nvPicPr>
        <p:blipFill>
          <a:blip r:embed="rId1"/>
          <a:stretch>
            <a:fillRect/>
          </a:stretch>
        </p:blipFill>
        <p:spPr>
          <a:xfrm>
            <a:off x="1854195" y="5702286"/>
            <a:ext cx="887887" cy="4317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in uiteenlopende branches.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functie. Bestaande relaties en uitsluitingen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Rik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Mannen van 80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Mannen van 80</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Rik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Mannen van 80</dc:title>
  <dc:subject>PptxGenJS Presentation</dc:subject>
  <dc:creator>LINK.</dc:creator>
  <cp:lastModifiedBy>LINK.</cp:lastModifiedBy>
  <cp:revision>1</cp:revision>
  <dcterms:created xsi:type="dcterms:W3CDTF">2026-10-12T13:29:30Z</dcterms:created>
  <dcterms:modified xsi:type="dcterms:W3CDTF">2026-10-12T13:29:30Z</dcterms:modified>
</cp:coreProperties>
</file>