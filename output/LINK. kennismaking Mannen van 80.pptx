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RIK · MANNEN VAN 80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Mannen van 80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702286"/>
            <a:ext cx="887887" cy="4317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Rik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Mannen van 80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Rik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Mannen van 80</dc:title>
  <dc:subject>PptxGenJS Presentation</dc:subject>
  <dc:creator>LINK.</dc:creator>
  <cp:lastModifiedBy>LINK.</cp:lastModifiedBy>
  <cp:revision>1</cp:revision>
  <dcterms:created xsi:type="dcterms:W3CDTF">2026-09-29T10:11:52Z</dcterms:created>
  <dcterms:modified xsi:type="dcterms:W3CDTF">2026-09-29T10:11:52Z</dcterms:modified>
</cp:coreProperties>
</file>