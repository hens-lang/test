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KEES · CENTREBLOCK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De opvolging van jullie leads,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geregeld</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CentreBlock laat zien welke campagnes echt omzet opleveren. Wij bellen de leads die daaruit komen na, namens jullie klanten, en zetten ze om in afspraken. Eén partner voor de opvolging, voor elke klant die dat wil.</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75259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396997"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Software die het werk van marketeers lichter maakt past daar goed bij.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Wij pakken op waar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stil valt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Leads nabellen</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De leads die uit jullie platform komen, bellen we na. Snel, met de context van de campagne erbij, namens de klant en op hun naam.</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Koud doorbellen</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Vult de leadstroom een beldag niet, dan bellen we koud door in dezelfde doelgroep. Zo is een beldag altijd een volle beldag.</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Wie nu niet wil, spreken we later opnieuw. Er gaat niets verloren.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HET LOOPT PER KLANT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jullie lead naar 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afspraak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bij de klant.</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Per klant een korte sessie: doelgroep, propositie, bezwaren en wat een goede afspraak is. Wij schrijven het belscript, de klant keurt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Leads binnen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CentreBlock levert de leads met de context uit de campagne. Wij zetten ze in de bellijst, met de verse leads bovenaan.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voor die branche, met een regionaal nummer op naam van de klant.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Rapportage</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per klant: pogingen, gesproken bedrijven, afspraken en wat we terughoren uit de markt. CentreBlock krijgt dezelfde cijfers.</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de klant ontvangt</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naam van de klant</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ook voor CentreBlock</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bij de klant: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houdt CentreBlock er een goed verhaal aan over.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MODEL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Geen pilot.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Meteen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beldagen.</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Eenmalige opstart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€ 695 per klant. Kick-off, belscript, inrichting van het belsysteem en een regionaal nummer op naam van de klant. Eén keer, daarna nooit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per vier weken</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Daarna reken je per beldag. De klant kiest zelf hoeveel dagen er per periode gebeld wordt, vanaf vier.</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beldag is</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Een volle dag bellen door één vaste beller: ongeveer honderd gesprekspogingen, alle notities vastgelegd en dezelfde dag overgedragen.</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Op- en afschalen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goed, dan zetten we er beldagen bij. Loopt het minder, dan schalen we terug. Vastgelegd met een maand opzegtermijn.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OPSTART PER KLANT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€ 695</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eenmalig,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met de klant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Belscript en bezwaren</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en uitsluitingen</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Belsysteem en regionaal nummer</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Koppeling met jullie leads</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Daarna alleen nog beldagen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BELDAGEN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meer beldagen, hoe lager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Shape 9"/>
          <p:cNvSpPr/>
          <p:nvPr/>
        </p:nvSpPr>
        <p:spPr>
          <a:xfrm>
            <a:off x="609598" y="3136892"/>
            <a:ext cx="10972773" cy="0"/>
          </a:xfrm>
          <a:prstGeom prst="line">
            <a:avLst/>
          </a:prstGeom>
          <a:noFill/>
          <a:ln w="9525">
            <a:solidFill>
              <a:srgbClr val="3A4152"/>
            </a:solidFill>
            <a:prstDash val="solid"/>
          </a:ln>
        </p:spPr>
      </p:sp>
      <p:sp>
        <p:nvSpPr>
          <p:cNvPr id="12" name="Text 10"/>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3" name="Text 11"/>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4" name="Text 12"/>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5" name="Shape 13"/>
          <p:cNvSpPr/>
          <p:nvPr/>
        </p:nvSpPr>
        <p:spPr>
          <a:xfrm>
            <a:off x="609598" y="3765541"/>
            <a:ext cx="10972773" cy="0"/>
          </a:xfrm>
          <a:prstGeom prst="line">
            <a:avLst/>
          </a:prstGeom>
          <a:noFill/>
          <a:ln w="9525">
            <a:solidFill>
              <a:srgbClr val="3A4152"/>
            </a:solidFill>
            <a:prstDash val="solid"/>
          </a:ln>
        </p:spPr>
      </p:sp>
      <p:sp>
        <p:nvSpPr>
          <p:cNvPr id="16" name="Text 14"/>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7" name="Text 15"/>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18" name="Text 16"/>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19" name="Shape 17"/>
          <p:cNvSpPr/>
          <p:nvPr/>
        </p:nvSpPr>
        <p:spPr>
          <a:xfrm>
            <a:off x="615948" y="4394189"/>
            <a:ext cx="10960073" cy="628648"/>
          </a:xfrm>
          <a:prstGeom prst="rect">
            <a:avLst/>
          </a:prstGeom>
          <a:solidFill>
            <a:srgbClr val="38B6FF">
              <a:alpha val="11000"/>
            </a:srgbClr>
          </a:solidFill>
          <a:ln/>
        </p:spPr>
      </p:sp>
      <p:sp>
        <p:nvSpPr>
          <p:cNvPr id="20" name="Shape 18"/>
          <p:cNvSpPr/>
          <p:nvPr/>
        </p:nvSpPr>
        <p:spPr>
          <a:xfrm>
            <a:off x="609598" y="4394189"/>
            <a:ext cx="10972773" cy="0"/>
          </a:xfrm>
          <a:prstGeom prst="line">
            <a:avLst/>
          </a:prstGeom>
          <a:noFill/>
          <a:ln w="9525">
            <a:solidFill>
              <a:srgbClr val="3A4152"/>
            </a:solidFill>
            <a:prstDash val="solid"/>
          </a:ln>
        </p:spPr>
      </p:sp>
      <p:sp>
        <p:nvSpPr>
          <p:cNvPr id="21" name="Text 19"/>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2" name="Text 20"/>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3" name="Text 21"/>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4" name="Shape 22"/>
          <p:cNvSpPr/>
          <p:nvPr/>
        </p:nvSpPr>
        <p:spPr>
          <a:xfrm>
            <a:off x="609598" y="5854685"/>
            <a:ext cx="76200" cy="76200"/>
          </a:xfrm>
          <a:prstGeom prst="ellipse">
            <a:avLst/>
          </a:prstGeom>
          <a:solidFill>
            <a:srgbClr val="38B6FF"/>
          </a:solidFill>
          <a:ln/>
        </p:spPr>
      </p:sp>
      <p:sp>
        <p:nvSpPr>
          <p:cNvPr id="25" name="Text 23"/>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Minimaal vier beldagen per periode van vier weken, vooraf gefactureerd, prijzen excl. btw. De staffel telt per klant. Zit een klant eenmaal op acht dagen, dan blijft die dagprijs staan.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CENTREBLOCK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Leads met context,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per klant</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klant en degene die de afspraken gaat voeren. Kees of een collega sluit aan.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Leads met context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plus wat jullie erover weten: het bedrijf, de campagne en waar de interesse vandaan komt. In welk formaat dan ook, wij sluiten aan.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Eén aanspreekpunt</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CentreBlock voor de afstemming, en per klant iemand die de afspraken voert.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pilot vooraf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starten direct met beldagen, tegen de opstartfee van € 695.</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met een maand opzegtermijn. Geen jaarcontract.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de klant</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voor de klant en voor CentreBlock.</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Hun naam, onze uitvoering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de stijl van de klant, wij voeren uit.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 per klant.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 met CentreBlock.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Dan starten we met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eerste klant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Kees geeft akkoord op de samenwerking en de tarieven.</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Eerste klant</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kiezen samen de klant waar we mee beginnen en plannen de kick-off.</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CentreBlock</dc:title>
  <dc:subject>PptxGenJS Presentation</dc:subject>
  <dc:creator>LINK.</dc:creator>
  <cp:lastModifiedBy>LINK.</cp:lastModifiedBy>
  <cp:revision>1</cp:revision>
  <dcterms:created xsi:type="dcterms:W3CDTF">2026-09-28T08:03:55Z</dcterms:created>
  <dcterms:modified xsi:type="dcterms:W3CDTF">2026-09-28T08:03:55Z</dcterms:modified>
</cp:coreProperties>
</file>