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CentreBlock</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CENTREBLOCK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CentreBlock kan betekenen: structureel gesprekken met bedrijven die jullie nog niet kennen, en na twaalf weken een plan op basis van echte cijfers.</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752596"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791186"/>
            <a:ext cx="1396997" cy="25399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branche, grootte, regio en functie. Bestaande relaties en uitsluitingen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de beslisser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CentreBlock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CentreBlock</dc:title>
  <dc:subject>PptxGenJS Presentation</dc:subject>
  <dc:creator>LINK.</dc:creator>
  <cp:lastModifiedBy>LINK.</cp:lastModifiedBy>
  <cp:revision>1</cp:revision>
  <dcterms:created xsi:type="dcterms:W3CDTF">2026-09-28T05:34:25Z</dcterms:created>
  <dcterms:modified xsi:type="dcterms:W3CDTF">2026-09-28T05:34:25Z</dcterms:modified>
</cp:coreProperties>
</file>