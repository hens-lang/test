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KEES · CENTREBLOCK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CentreBlock kan betekenen: structureel aan tafel bij marketingteams en bureaus die willen aantonen welke campagnes echt omzet opleveren,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75259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396997"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Software die het werk van marketeers lichter maakt past daar goed bij.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bedrijven en bureaus met een marketingbudget dat verantwoord moet worden. Op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er gaat structureel geld naar marketing en er is een team of bureau dat de campagnes draait.</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marketingmanager, de CMO of de eigenaar van het bureau. Iemand die over tooling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marketingteams en bureaus die moeten aantonen wat hun campagnes opleveren.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Kees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CentreBlock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Kees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CentreBlock</dc:title>
  <dc:subject>PptxGenJS Presentation</dc:subject>
  <dc:creator>LINK.</dc:creator>
  <cp:lastModifiedBy>LINK.</cp:lastModifiedBy>
  <cp:revision>1</cp:revision>
  <dcterms:created xsi:type="dcterms:W3CDTF">2026-09-28T07:58:59Z</dcterms:created>
  <dcterms:modified xsi:type="dcterms:W3CDTF">2026-09-28T07:58:59Z</dcterms:modified>
</cp:coreProperties>
</file>