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Loydd Software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STEPHA · LOYDD SOFTWARE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Jullie gaven aan dat betalen per afspraak te veel risico geeft bij lange trajecten met meerdere offertes. Daarom leggen we onze nieuwe opzet voor: een vast aantal gekwalificeerde afspraken voor een vaste prijs.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Loydd Software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Juist bij lange trajecten bepaalt dat of een gesprek ergens toe leidt.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Looptijd van twaalf weken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pilot loopt twaalf weken. We bellen daarin op de dagen en dagdelen die in onze data het beste werken voor jullie branche, met een regionaal nummer op jullie naam. Elke week een rapportage, om de week evaluatie.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Beldagen binnen een looptijd van 12 weken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Stepha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Loydd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Stepha geeft akkoord op het 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Loydd Software</dc:title>
  <dc:subject>PptxGenJS Presentation</dc:subject>
  <dc:creator>LINK.</dc:creator>
  <cp:lastModifiedBy>LINK.</cp:lastModifiedBy>
  <cp:revision>1</cp:revision>
  <dcterms:created xsi:type="dcterms:W3CDTF">2026-09-29T10:11:49Z</dcterms:created>
  <dcterms:modified xsi:type="dcterms:W3CDTF">2026-09-29T10:11:49Z</dcterms:modified>
</cp:coreProperties>
</file>