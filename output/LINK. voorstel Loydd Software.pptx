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STEPHA · LOYDD SOFTWARE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gaven aan dat betalen per afspraak te veel risico geeft bij lange trajecten met meerdere offertes. Daarom leggen we onze nieuwe opzet voor: een vast aantal gekwalificeerde afspraken voor een vaste prijs.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Loydd Software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Juist bij lange trajecten bepaalt dat of een gesprek ergens toe leidt.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Stepha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Loydd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Loydd Software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Stepha geeft akkoord op het 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Loydd Software</dc:title>
  <dc:subject>PptxGenJS Presentation</dc:subject>
  <dc:creator>LINK.</dc:creator>
  <cp:lastModifiedBy>LINK.</cp:lastModifiedBy>
  <cp:revision>1</cp:revision>
  <dcterms:created xsi:type="dcterms:W3CDTF">2026-09-24T17:47:52Z</dcterms:created>
  <dcterms:modified xsi:type="dcterms:W3CDTF">2026-09-24T17:47:52Z</dcterms:modified>
</cp:coreProperties>
</file>