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McMain</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JOS · MCMAIN · OKTOBER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Vlaanderen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structureel</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Jullie hebben in België al vijftig klanten. Wat LINK. daaraan toevoegt: structureel gesprekken met Vlaamse organisaties die hun technisch onderhoud op orde willen hebben maar McMain nog niet kennen, en na twaalf weken een plan op basis van echte cijfers.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396997" cy="406399"/>
          </a:xfrm>
          <a:prstGeom prst="roundRect">
            <a:avLst>
              <a:gd name="adj" fmla="val 21875"/>
            </a:avLst>
          </a:prstGeom>
          <a:solidFill>
            <a:srgbClr val="F8F4EB"/>
          </a:solidFill>
          <a:ln/>
        </p:spPr>
      </p:sp>
      <p:sp>
        <p:nvSpPr>
          <p:cNvPr id="33" name="Text 31"/>
          <p:cNvSpPr txBox="1"/>
          <p:nvPr/>
        </p:nvSpPr>
        <p:spPr>
          <a:xfrm>
            <a:off x="1854195" y="5714986"/>
            <a:ext cx="1396997" cy="406399"/>
          </a:xfrm>
          <a:prstGeom prst="rect">
            <a:avLst/>
          </a:prstGeom>
          <a:noFill/>
          <a:ln/>
        </p:spPr>
        <p:txBody>
          <a:bodyPr wrap="square" lIns="0" tIns="0" rIns="0" bIns="0" rtlCol="0" anchor="ctr"/>
          <a:lstStyle/>
          <a:p>
            <a:pPr algn="ctr" indent="0" marL="0">
              <a:buNone/>
            </a:pPr>
            <a:r>
              <a:rPr lang="en-US" sz="1500" b="1" dirty="0">
                <a:solidFill>
                  <a:srgbClr val="1C2230"/>
                </a:solidFill>
                <a:latin typeface="Arial" pitchFamily="34" charset="0"/>
                <a:ea typeface="Arial" pitchFamily="34" charset="-122"/>
                <a:cs typeface="Arial" pitchFamily="34" charset="-120"/>
              </a:rPr>
              <a:t>McMain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van een fairchain koffieleverancier tot een AI-consultancy. Software die het werk van een organisatie lichter maakt past daar goed bij.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jullie ideale klant in Vlaanderen: branche, grootte en de persoon die over onderhoud gaat. Jullie vijftig Belgische klanten gaan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organisatie past: branche, omvang en situatie lijken op die van de vijftig klanten die jullie in België al bedienen.</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Er is een concrete aanleiding: onderhoud dat nog in Excel staat, een systeem dat niet meer voldoet, een audit of een groeiend machinepark.</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degene die over onderhoud en software gaat. Vaak de onderhoudsmanager, technisch directeur of operationeel verantwoordelijke.</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in Vlaanderen: branche, grootte en de persoon die over onderhoud gaat. Bestaande klanten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met Vlaamse organisaties</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Jos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Jullie vijftig Belgische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McMain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met jullie Belgische klanten, die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McMain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Jos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McMain</dc:title>
  <dc:subject>PptxGenJS Presentation</dc:subject>
  <dc:creator>LINK.</dc:creator>
  <cp:lastModifiedBy>LINK.</cp:lastModifiedBy>
  <cp:revision>1</cp:revision>
  <dcterms:created xsi:type="dcterms:W3CDTF">2026-10-12T13:29:33Z</dcterms:created>
  <dcterms:modified xsi:type="dcterms:W3CDTF">2026-10-12T13:29:33Z</dcterms:modified>
</cp:coreProperties>
</file>