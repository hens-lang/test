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McMain</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JOS · MCMAIN ·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Vlaanderen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structureel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Jullie hebben in België al vijftig klanten. Wat LINK. daaraan toevoegt: structureel gesprekken met Vlaamse organisaties die hun technisch onderhoud op orde willen hebben maar McMain nog niet kennen,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McMain</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McMain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Software die het werk van een organisatie lichter maakt past daar goed bij.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McMain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in Vlaanderen: branche, grootte en de persoon die over onderhoud gaat. Jullie vijftig Belgische klanten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McMain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McMain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organisatie past: branche, omvang en situatie lijken op die van de vijftig klanten die jullie in België al bedienen.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onderhoud dat nog in Excel staat, een systeem dat niet meer voldoet, een audit of een groeiend machinepark.</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degene die over onderhoud en software gaat. Vaak de onderhoudsmanager, technisch directeur of operationeel verantwoordelijke.</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McMain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in Vlaanderen: branche, grootte en de persoon die over onderhoud gaat. Bestaande klanten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Looptijd van twaalf weken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pilot loopt twaalf weken. We bellen daarin op de dagen en dagdelen die in onze data het beste werken voor jullie branche, met een regionaal nummer op jullie naam. Elke week een rapportage, om de week evaluatie.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Vlaamse organisaties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Beldagen binnen een looptijd van 12 weken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McMain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McMain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Jos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Jullie vijftig Belgische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McMain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McMain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met jullie Belgische klanten, die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McMain</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Jos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McMain</dc:title>
  <dc:subject>PptxGenJS Presentation</dc:subject>
  <dc:creator>LINK.</dc:creator>
  <cp:lastModifiedBy>LINK.</cp:lastModifiedBy>
  <cp:revision>1</cp:revision>
  <dcterms:created xsi:type="dcterms:W3CDTF">2026-10-02T11:02:52Z</dcterms:created>
  <dcterms:modified xsi:type="dcterms:W3CDTF">2026-10-02T11:02:52Z</dcterms:modified>
</cp:coreProperties>
</file>