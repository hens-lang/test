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JAN · KUBUS HEERENVEEN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Kubus Heerenveen kan betekenen: structureel aan tafel bij Friese ondernemers tot twintig medewerkers die hun boekhouding willen uitbesteden,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530836"/>
            <a:ext cx="791093" cy="774698"/>
          </a:xfrm>
          <a:prstGeom prst="roundRect">
            <a:avLst>
              <a:gd name="adj" fmla="val 114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44695" y="5613386"/>
            <a:ext cx="410094" cy="6095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ondernemers tot twintig medewerkers in Friesland en omgeving.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onderneming tot twintig medewerkers in de regio, met een boekhouding die uitbesteed kan worden.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ondernemer heeft een concrete aanleiding: ontevreden over de huidige boekhouder, een contract dat afloopt of groei die om advies vraagt.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directeur. Bij een klein bedrijf is dat vrijwel altijd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ondernemingen tot twintig medewerkers in Friesland en omgeving.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ondernemers tot 20 medewerkers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Jan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adviseur bij Kubus Heerenveen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Jan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Kubus Heerenveen</dc:title>
  <dc:subject>PptxGenJS Presentation</dc:subject>
  <dc:creator>LINK.</dc:creator>
  <cp:lastModifiedBy>LINK.</cp:lastModifiedBy>
  <cp:revision>1</cp:revision>
  <dcterms:created xsi:type="dcterms:W3CDTF">2026-09-29T10:11:45Z</dcterms:created>
  <dcterms:modified xsi:type="dcterms:W3CDTF">2026-09-29T10:11:45Z</dcterms:modified>
</cp:coreProperties>
</file>