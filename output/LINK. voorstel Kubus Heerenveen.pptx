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Kubus Heerenveen</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10</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JAN · KUBUS HEERENVEEN · SEPTEMBER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Structureel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nieuwe klanten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Wat LINK. voor Kubus Heerenveen kan betekenen: structureel aan tafel bij Friese ondernemers tot twintig medewerkers die hun boekhouding willen uitbesteden, en na twaalf weken een plan op basis van echte cijfers.</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sp>
        <p:nvSpPr>
          <p:cNvPr id="32" name="Shape 30"/>
          <p:cNvSpPr/>
          <p:nvPr/>
        </p:nvSpPr>
        <p:spPr>
          <a:xfrm>
            <a:off x="1854195" y="5530836"/>
            <a:ext cx="791093" cy="774698"/>
          </a:xfrm>
          <a:prstGeom prst="roundRect">
            <a:avLst>
              <a:gd name="adj" fmla="val 11475"/>
            </a:avLst>
          </a:prstGeom>
          <a:solidFill>
            <a:srgbClr val="F8F4EB"/>
          </a:solidFill>
          <a:ln/>
        </p:spPr>
      </p:sp>
      <p:pic>
        <p:nvPicPr>
          <p:cNvPr id="33" name="Image 0" descr="preencoded.png">    </p:cNvPr>
          <p:cNvPicPr>
            <a:picLocks noChangeAspect="1"/>
          </p:cNvPicPr>
          <p:nvPr/>
        </p:nvPicPr>
        <p:blipFill>
          <a:blip r:embed="rId1"/>
          <a:stretch>
            <a:fillRect/>
          </a:stretch>
        </p:blipFill>
        <p:spPr>
          <a:xfrm>
            <a:off x="2044695" y="5613386"/>
            <a:ext cx="410094" cy="6095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Kubus Heerenveen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van een fairchain koffieleverancier tot een AI-consultancy.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Kubus Heerenveen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jullie ideale klant: ondernemers tot twintig medewerkers in Friesland en omgeving. Bestaande relaties en uitsluitingen halen we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Kubus Heerenveen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opbouw van het gesprek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Kubus Heerenveen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een onderneming tot twintig medewerkers in de regio, met een boekhouding die uitbesteed kan worden.</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ondernemer heeft een concrete aanleiding: ontevreden over de huidige boekhouder, een contract dat afloopt of groei die om advies vraagt.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de eigenaar of directeur. Bij een klein bedrijf is dat vrijwel altijd dezelfde persoon.</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Kubus Heerenveen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STANDAARDPILOT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ondernemingen tot twintig medewerkers in Friesland en omgeving. Bestaande relaties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met ondernemers tot 20 medewerkers</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Kubus Heerenveen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Kubus Heerenveen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Jan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adviseur bij Kubus Heerenveen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Voorstel Kubus Heerenveen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Voorstel Kubus Heerenveen</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Jan geeft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voorstel Kubus Heerenveen</dc:title>
  <dc:subject>PptxGenJS Presentation</dc:subject>
  <dc:creator>LINK.</dc:creator>
  <cp:lastModifiedBy>LINK.</cp:lastModifiedBy>
  <cp:revision>1</cp:revision>
  <dcterms:created xsi:type="dcterms:W3CDTF">2026-10-12T13:29:23Z</dcterms:created>
  <dcterms:modified xsi:type="dcterms:W3CDTF">2026-10-12T13:29:23Z</dcterms:modified>
</cp:coreProperties>
</file>