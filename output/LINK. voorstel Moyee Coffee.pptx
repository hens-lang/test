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16</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SEIZOEN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zomer was stil. Vanaf september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loopt het weer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GESPREKSPOGINGEN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GEKWALIFICEERDE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April tot en met juni</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1.480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Juli en augustus</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372</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September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777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In juli en augustus stonden er drie beldagen in twee maanden, aan beide kanten vakantie. September is met 777 gesprekken de drukste maand van de hele periode. In het najaar en de winter wordt er meer koffie gedronken en zitten er meer mensen op kantoor, dus dit is het moment om de beldagen op te voeren.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EEN KLANT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tasting is een kans op een klant die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jaren blijft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000000"/>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PER KLANT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Alleen de koffie, tegen € 20,64 per kilo. Dat komt elk jaar opnieuw binnen zolang ze bestellen.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€ 30.964</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BIJ VIJF ZULKE KLANTEN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En cross- en upsell zitten daar nog niet in. Hoe meer tastings, hoe meer kans op zulke kantoren.</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PER PERIODE</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Meer beldagen betekent meer tastings, en dus meer kansen.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Daarom sturen we op zoveel mogelijk tastings. Een klant die blijft bestellen telt niet één keer mee, maar elk jaar opnieuw.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2026-09-28T05:55:58Z</dcterms:created>
  <dcterms:modified xsi:type="dcterms:W3CDTF">2026-09-28T05:55:58Z</dcterms:modified>
</cp:coreProperties>
</file>