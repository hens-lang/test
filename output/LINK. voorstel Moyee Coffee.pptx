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TEGENOVER 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nieuwe klant betaalt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29 leads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terug.</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OMZET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Alleen de koffie, tegen € 20,64 per kilo. Cross- en upsell zitten er nog niet in.</a:t>
            </a:r>
            <a:endParaRPr lang="en-US" sz="950" dirty="0"/>
          </a:p>
        </p:txBody>
      </p:sp>
      <p:sp>
        <p:nvSpPr>
          <p:cNvPr id="15" name="Shape 13"/>
          <p:cNvSpPr/>
          <p:nvPr/>
        </p:nvSpPr>
        <p:spPr>
          <a:xfrm>
            <a:off x="6172185" y="2730493"/>
            <a:ext cx="2628893" cy="2222494"/>
          </a:xfrm>
          <a:prstGeom prst="roundRect">
            <a:avLst>
              <a:gd name="adj" fmla="val 4571"/>
            </a:avLst>
          </a:prstGeom>
          <a:solidFill>
            <a:srgbClr val="000000"/>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 op 29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IS GENOEG</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Meer hoeft er niet klant te worden om het bellen terug te verdienen. In de praktijk ligt dat aandeel hoger, en alles daarboven is winst.</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STAAN ER AL</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Uit de periode die achter ons ligt. Elke tasting die klant wordt, telt vanaf dat moment mee.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En het stopt niet na een jaar. Een klant die blijft bestellen levert die omzet elk jaar opnieuw op, zonder dat er nieuwe acquisitiekosten tegenover staan.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2026-09-26T17:14:26Z</dcterms:created>
  <dcterms:modified xsi:type="dcterms:W3CDTF">2026-09-26T17:14:26Z</dcterms:modified>
</cp:coreProperties>
</file>