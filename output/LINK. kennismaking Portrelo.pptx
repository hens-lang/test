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BERRY · PORTRELO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Portrelo kan betekenen: in de maanden voor de lancering aan tafel bij communicatieteams, zorginstellingen en gemeenten, zodat er in januari al demo's in de agenda staan.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345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178980"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 over het product.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communicatieteams, zorginstellingen en gemeenten die beeld publiceren en toestemming aantoonbaar moeten vastleggen.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communicatie, zorg en overheid</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Berry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Portrelo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Berry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Portrelo</dc:title>
  <dc:subject>PptxGenJS Presentation</dc:subject>
  <dc:creator>LINK.</dc:creator>
  <cp:lastModifiedBy>LINK.</cp:lastModifiedBy>
  <cp:revision>1</cp:revision>
  <dcterms:created xsi:type="dcterms:W3CDTF">2026-09-22T13:42:42Z</dcterms:created>
  <dcterms:modified xsi:type="dcterms:W3CDTF">2026-09-22T13:42:42Z</dcterms:modified>
</cp:coreProperties>
</file>