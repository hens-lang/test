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Portrelo</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BERRY · PORTRELO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Portrelo kan betekenen: in de maanden voor de lancering aan tafel bij communicatieteams, zorginstellingen en gemeenten, zodat er in januari al demo's in de agenda staan.</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534579" cy="406399"/>
          </a:xfrm>
          <a:prstGeom prst="roundRect">
            <a:avLst>
              <a:gd name="adj" fmla="val 218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31995" y="5791186"/>
            <a:ext cx="1178980" cy="253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in uiteenlopende branches.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 over het product.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communicatieteams, zorginstellingen en gemeenten die beeld publiceren en toestemming aantoonbaar moeten vastleggen.</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met communicatie, zorg en overheid</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Berry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Portrelo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Portrelo</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Berry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Portrelo</dc:title>
  <dc:subject>PptxGenJS Presentation</dc:subject>
  <dc:creator>LINK.</dc:creator>
  <cp:lastModifiedBy>LINK.</cp:lastModifiedBy>
  <cp:revision>1</cp:revision>
  <dcterms:created xsi:type="dcterms:W3CDTF">2026-10-12T13:29:55Z</dcterms:created>
  <dcterms:modified xsi:type="dcterms:W3CDTF">2026-10-12T13:29:55Z</dcterms:modified>
</cp:coreProperties>
</file>