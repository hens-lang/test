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BERRY · PORTRELO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Portrelo kan betekenen: in de maanden voor de lancering ontdekken wie op dit product zit te wachten en wat de markt ervan vindt, zodat er in januari al afspraken staan.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Portrelo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 over het product.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Berry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Portrelo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Berry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Portrelo</dc:title>
  <dc:subject>PptxGenJS Presentation</dc:subject>
  <dc:creator>LINK.</dc:creator>
  <cp:lastModifiedBy>LINK.</cp:lastModifiedBy>
  <cp:revision>1</cp:revision>
  <dcterms:created xsi:type="dcterms:W3CDTF">2026-09-22T10:54:52Z</dcterms:created>
  <dcterms:modified xsi:type="dcterms:W3CDTF">2026-09-22T10:54:52Z</dcterms:modified>
</cp:coreProperties>
</file>