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8159730" y="3460741"/>
            <a:ext cx="1111247" cy="98424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70977" y="3460741"/>
            <a:ext cx="1301747" cy="47624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>
            <a:off x="10159975" y="3936990"/>
            <a:ext cx="412749" cy="12064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8889978" y="5143487"/>
            <a:ext cx="1269997" cy="44449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59730" y="4444989"/>
            <a:ext cx="730248" cy="11429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9270977" y="2730493"/>
            <a:ext cx="1809745" cy="73024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0572724" y="2730493"/>
            <a:ext cx="507999" cy="12064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72724" y="3936990"/>
            <a:ext cx="1047747" cy="76199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0159975" y="4698988"/>
            <a:ext cx="1460496" cy="44449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9905975" y="5143487"/>
            <a:ext cx="253999" cy="111124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89978" y="5587986"/>
            <a:ext cx="1015997" cy="66674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20471" y="4698988"/>
            <a:ext cx="158750" cy="12064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9905975" y="5905485"/>
            <a:ext cx="1873245" cy="34924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34330" y="4419589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45577" y="3435341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28274" y="3892540"/>
            <a:ext cx="88900" cy="88900"/>
          </a:xfrm>
          <a:prstGeom prst="ellipse">
            <a:avLst/>
          </a:prstGeom>
          <a:solidFill>
            <a:srgbClr val="38B6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134575" y="5118087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64578" y="5562586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055322" y="2705093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595071" y="4673588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880575" y="6229334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753821" y="5880085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Standaardpilot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3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609598" y="2133595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STANDAARDPILOT · 12 WEKEN · ÉÉN VASTE PRIJS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09598" y="2514594"/>
            <a:ext cx="8635978" cy="2031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Eerst </a:t>
            </a:r>
            <a:pPr algn="l" indent="0" marL="0">
              <a:lnSpc>
                <a:spcPct val="105000"/>
              </a:lnSpc>
              <a:buNone/>
            </a:pPr>
            <a:r>
              <a:rPr lang="en-US" sz="5000" i="1" dirty="0">
                <a:solidFill>
                  <a:srgbClr val="F2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bewijzen</a:t>
            </a:r>
            <a:pPr algn="l"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verder.</a:t>
            </a:r>
            <a:endParaRPr lang="en-US" sz="5200" dirty="0"/>
          </a:p>
        </p:txBody>
      </p:sp>
      <p:sp>
        <p:nvSpPr>
          <p:cNvPr id="29" name="Text 27"/>
          <p:cNvSpPr txBox="1"/>
          <p:nvPr/>
        </p:nvSpPr>
        <p:spPr>
          <a:xfrm>
            <a:off x="609598" y="4711688"/>
            <a:ext cx="6667483" cy="761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standaardpilot van LINK.: twaalf weken bellen en mailen en tien gekwalificeerde afspraken in jullie agenda. Alles inbegrepen, € 4.950 excl. btw.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Standaardpilot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3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WAARVOOR DE PILOT DIENT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Twaalf weken om drie vragen te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beantwoorden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793993"/>
            <a:ext cx="3536941" cy="2476494"/>
          </a:xfrm>
          <a:prstGeom prst="roundRect">
            <a:avLst>
              <a:gd name="adj" fmla="val 4103"/>
            </a:avLst>
          </a:prstGeom>
          <a:solidFill>
            <a:srgbClr val="F8F4EB"/>
          </a:solidFill>
          <a:ln/>
        </p:spPr>
      </p:sp>
      <p:sp>
        <p:nvSpPr>
          <p:cNvPr id="8" name="Shape 6"/>
          <p:cNvSpPr/>
          <p:nvPr/>
        </p:nvSpPr>
        <p:spPr>
          <a:xfrm>
            <a:off x="914398" y="31241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647" y="3219442"/>
            <a:ext cx="190500" cy="1905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14398" y="3708391"/>
            <a:ext cx="2927343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Klopt de doelgroep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914398" y="4089390"/>
            <a:ext cx="2927343" cy="952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testen in de praktijk of het ideale klantprofiel klopt: de juiste branche, de juiste omvang en de juiste beslisser aan de lijn.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324339" y="2793993"/>
            <a:ext cx="3536941" cy="2476494"/>
          </a:xfrm>
          <a:prstGeom prst="roundRect">
            <a:avLst>
              <a:gd name="adj" fmla="val 4103"/>
            </a:avLst>
          </a:prstGeom>
          <a:solidFill>
            <a:srgbClr val="F8F4EB"/>
          </a:solidFill>
          <a:ln/>
        </p:spPr>
      </p:sp>
      <p:sp>
        <p:nvSpPr>
          <p:cNvPr id="13" name="Shape 10"/>
          <p:cNvSpPr/>
          <p:nvPr/>
        </p:nvSpPr>
        <p:spPr>
          <a:xfrm>
            <a:off x="4629138" y="31241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388" y="3219442"/>
            <a:ext cx="190500" cy="1905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629138" y="3708391"/>
            <a:ext cx="2927343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Landt de boodschap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4629138" y="4089390"/>
            <a:ext cx="2927343" cy="952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 gesprek laat zien wat werkt: welke ingang opent, welke bezwaren terugkomen en waar de timing zit. Dat koppelen we elke week terug.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8039080" y="2793993"/>
            <a:ext cx="3536941" cy="2476494"/>
          </a:xfrm>
          <a:prstGeom prst="roundRect">
            <a:avLst>
              <a:gd name="adj" fmla="val 4103"/>
            </a:avLst>
          </a:prstGeom>
          <a:solidFill>
            <a:srgbClr val="F8F4EB"/>
          </a:solidFill>
          <a:ln/>
        </p:spPr>
      </p:sp>
      <p:sp>
        <p:nvSpPr>
          <p:cNvPr id="18" name="Shape 14"/>
          <p:cNvSpPr/>
          <p:nvPr/>
        </p:nvSpPr>
        <p:spPr>
          <a:xfrm>
            <a:off x="8343879" y="31241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129" y="3219442"/>
            <a:ext cx="190500" cy="190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43879" y="3708391"/>
            <a:ext cx="2927343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Komen de afspraken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8343879" y="4089390"/>
            <a:ext cx="2927343" cy="952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 gekwalificeerde afspraken in jullie agenda bewijzen dat koude acquisitie voor jullie werkt, met cijfers in plaats van aannames.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09598" y="5854685"/>
            <a:ext cx="76200" cy="76200"/>
          </a:xfrm>
          <a:prstGeom prst="ellipse">
            <a:avLst/>
          </a:prstGeom>
          <a:solidFill>
            <a:srgbClr val="38B6FF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0098" y="5714986"/>
            <a:ext cx="9905975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twaalf weken ligt er een eerlijk beeld en een advies. Jullie beslissen op resultaat of we structureel doorgaan.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Standaardpilot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3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ER IN DE PILOT ZIT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bouwstenen, één vaste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F2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prijs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463794"/>
            <a:ext cx="2628893" cy="2362194"/>
          </a:xfrm>
          <a:prstGeom prst="roundRect">
            <a:avLst>
              <a:gd name="adj" fmla="val 4301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5498" y="2692393"/>
            <a:ext cx="292099" cy="2920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5498" y="2692393"/>
            <a:ext cx="292099" cy="292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25498" y="3136892"/>
            <a:ext cx="21970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Propositie en strategie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25498" y="3594091"/>
            <a:ext cx="2197095" cy="107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75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scherp in de kick-off: doelgroep, beslisser, boodschap en bezwaren. Wij schrijven het belscript en de mails, jullie keuren goed.</a:t>
            </a:r>
            <a:endParaRPr lang="en-US" sz="875" dirty="0"/>
          </a:p>
        </p:txBody>
      </p:sp>
      <p:sp>
        <p:nvSpPr>
          <p:cNvPr id="12" name="Shape 10"/>
          <p:cNvSpPr/>
          <p:nvPr/>
        </p:nvSpPr>
        <p:spPr>
          <a:xfrm>
            <a:off x="3390892" y="2463794"/>
            <a:ext cx="2628893" cy="2362194"/>
          </a:xfrm>
          <a:prstGeom prst="roundRect">
            <a:avLst>
              <a:gd name="adj" fmla="val 4301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06791" y="2692393"/>
            <a:ext cx="292099" cy="2920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06791" y="2692393"/>
            <a:ext cx="292099" cy="292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606791" y="3136892"/>
            <a:ext cx="21970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Bellijst op maat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606791" y="3594091"/>
            <a:ext cx="2197095" cy="107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75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Wij bouwen de bellijst op jullie ideale klantprofiel: branche, grootte, regio en functie. Bestaande relaties en uitsluitingen halen we er vooraf uit.</a:t>
            </a:r>
            <a:endParaRPr lang="en-US" sz="875" dirty="0"/>
          </a:p>
        </p:txBody>
      </p:sp>
      <p:sp>
        <p:nvSpPr>
          <p:cNvPr id="17" name="Shape 15"/>
          <p:cNvSpPr/>
          <p:nvPr/>
        </p:nvSpPr>
        <p:spPr>
          <a:xfrm>
            <a:off x="6172185" y="2463794"/>
            <a:ext cx="2628893" cy="2362194"/>
          </a:xfrm>
          <a:prstGeom prst="roundRect">
            <a:avLst>
              <a:gd name="adj" fmla="val 4301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88084" y="2692393"/>
            <a:ext cx="292099" cy="2920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8084" y="2692393"/>
            <a:ext cx="292099" cy="292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388084" y="3136892"/>
            <a:ext cx="21970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Twaalf weken uitvoering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88084" y="3594091"/>
            <a:ext cx="2197095" cy="107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75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Dagelijks bellen met een regionaal nummer op jullie naam, korte persoonlijke mails als opening en opvolging. Rapportage elke week, evaluatie om de week.</a:t>
            </a:r>
            <a:endParaRPr lang="en-US" sz="875" dirty="0"/>
          </a:p>
        </p:txBody>
      </p:sp>
      <p:sp>
        <p:nvSpPr>
          <p:cNvPr id="22" name="Shape 20"/>
          <p:cNvSpPr/>
          <p:nvPr/>
        </p:nvSpPr>
        <p:spPr>
          <a:xfrm>
            <a:off x="8953478" y="2463794"/>
            <a:ext cx="2628893" cy="2362194"/>
          </a:xfrm>
          <a:prstGeom prst="roundRect">
            <a:avLst>
              <a:gd name="adj" fmla="val 4301"/>
            </a:avLst>
          </a:prstGeom>
          <a:solidFill>
            <a:srgbClr val="1B2130"/>
          </a:solidFill>
          <a:ln w="15240">
            <a:solidFill>
              <a:srgbClr val="38B6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69377" y="2692393"/>
            <a:ext cx="292099" cy="2920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69377" y="2692393"/>
            <a:ext cx="292099" cy="292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9169377" y="3136892"/>
            <a:ext cx="21970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 gekwalificeerde afspraken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169377" y="3594091"/>
            <a:ext cx="2197095" cy="107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75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Fit: het bedrijf past bij de criteria uit de kick-off. Interesse: er is een concrete aanleiding of vraag. Beslisser: de afspraak staat met wie over de aankoop gaat.</a:t>
            </a:r>
            <a:endParaRPr lang="en-US" sz="875" dirty="0"/>
          </a:p>
        </p:txBody>
      </p:sp>
      <p:sp>
        <p:nvSpPr>
          <p:cNvPr id="27" name="Shape 25"/>
          <p:cNvSpPr/>
          <p:nvPr/>
        </p:nvSpPr>
        <p:spPr>
          <a:xfrm>
            <a:off x="609598" y="5079987"/>
            <a:ext cx="10972773" cy="1028697"/>
          </a:xfrm>
          <a:prstGeom prst="roundRect">
            <a:avLst>
              <a:gd name="adj" fmla="val 9877"/>
            </a:avLst>
          </a:prstGeom>
          <a:solidFill>
            <a:srgbClr val="38B6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14398" y="5245087"/>
            <a:ext cx="190499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914398" y="5410186"/>
            <a:ext cx="19049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€ 4.950</a:t>
            </a:r>
            <a:endParaRPr lang="en-US" sz="2900" dirty="0"/>
          </a:p>
        </p:txBody>
      </p:sp>
      <p:sp>
        <p:nvSpPr>
          <p:cNvPr id="30" name="Text 28"/>
          <p:cNvSpPr txBox="1"/>
          <p:nvPr/>
        </p:nvSpPr>
        <p:spPr>
          <a:xfrm>
            <a:off x="914398" y="5829285"/>
            <a:ext cx="203199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excl. btw, alles inbegrepen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174992" y="5257787"/>
            <a:ext cx="0" cy="673098"/>
          </a:xfrm>
          <a:prstGeom prst="line">
            <a:avLst/>
          </a:prstGeom>
          <a:noFill/>
          <a:ln w="9525">
            <a:solidFill>
              <a:srgbClr val="0D1420">
                <a:alpha val="40000"/>
              </a:srgbClr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30591" y="5276837"/>
            <a:ext cx="127000" cy="12700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3733791" y="5245087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Propositie, belscript en mails</a:t>
            </a:r>
            <a:endParaRPr lang="en-US" sz="90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582" y="5276837"/>
            <a:ext cx="127000" cy="127000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7543781" y="5245087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Bellijst op jullie ideale klantprofiel</a:t>
            </a:r>
            <a:endParaRPr lang="en-US" sz="900" dirty="0"/>
          </a:p>
        </p:txBody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0591" y="5530836"/>
            <a:ext cx="127000" cy="127000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3733791" y="5499086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Volledige inrichting van belsysteem en nummer</a:t>
            </a:r>
            <a:endParaRPr lang="en-US" sz="900" dirty="0"/>
          </a:p>
        </p:txBody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0582" y="5530836"/>
            <a:ext cx="127000" cy="12700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543781" y="5499086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Twaalf weken dagelijks bellen en mailen</a:t>
            </a:r>
            <a:endParaRPr lang="en-US" sz="900" dirty="0"/>
          </a:p>
        </p:txBody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0591" y="5784836"/>
            <a:ext cx="127000" cy="127000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3733791" y="5753086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Rapportage elke week, evaluatie om de week</a:t>
            </a:r>
            <a:endParaRPr lang="en-US" sz="900" dirty="0"/>
          </a:p>
        </p:txBody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40582" y="5784836"/>
            <a:ext cx="127000" cy="12700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7543781" y="5753086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 gekwalificeerde afspraken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LINK. standaardpilot</dc:title>
  <dc:subject>PptxGenJS Presentation</dc:subject>
  <dc:creator>LINK.</dc:creator>
  <cp:lastModifiedBy>LINK.</cp:lastModifiedBy>
  <cp:revision>1</cp:revision>
  <dcterms:created xsi:type="dcterms:W3CDTF">2026-09-20T09:10:55Z</dcterms:created>
  <dcterms:modified xsi:type="dcterms:W3CDTF">2026-09-20T09:10:55Z</dcterms:modified>
</cp:coreProperties>
</file>