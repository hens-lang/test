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Standaardpilot</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3</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STANDAARDPILOT · 12 WEKEN · ÉÉN VASTE PRIJS</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Eerst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bewijzen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dan verder.</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De standaardpilot van LINK.: een looptijd van twaalf weken en tien gekwalificeerde afspraken in jullie agenda. Alles inbegrepen, € 4.950 excl. btw.</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Standaardpilot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WAARVOOR DE PILOT DIENT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Twaalf weken om drie vragen te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beantwoorden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Klopt de doelgroep</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We testen in de praktijk of het ideale klantprofiel klopt: de juiste branche, de juiste omvang en de juiste beslisser aan de lijn.</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Landt de boodschap</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Elk gesprek laat zien wat werkt: welke ingang opent, welke bezwaren terugkomen en waar de timing zit. Dat koppelen we elke week terug.</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Komen de afspraken</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Tien gekwalificeerde afspraken in jullie agenda laten zien wat koude acquisitie jullie oplevert. Niet op gevoel, maar geteld.</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Na twaalf weken ligt er een eerlijk beeld en een advies. Jullie beslissen op resultaat of we doorgaan.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Standaardpilot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3 / 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ER IN DE PILOT ZIT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Vier bouwstenen, één vaste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prijs</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klant: branche, grootte, regio en functie. Bestaande relaties en uitsluitingen gaan er vooraf uit.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Looptijd van twaalf weken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De pilot loopt twaalf weken. We bellen daarin op de dagen en dagdelen die in onze data het beste werken voor jullie branche, met een regionaal nummer op jullie naam. Elke week een rapportage, om de week evaluatie.</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op jullie ideale klant</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Beldagen binnen een looptijd van 12 weken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standaardpilot</dc:title>
  <dc:subject>PptxGenJS Presentation</dc:subject>
  <dc:creator>LINK.</dc:creator>
  <cp:lastModifiedBy>LINK.</cp:lastModifiedBy>
  <cp:revision>1</cp:revision>
  <dcterms:created xsi:type="dcterms:W3CDTF">2026-09-29T10:12:02Z</dcterms:created>
  <dcterms:modified xsi:type="dcterms:W3CDTF">2026-09-29T10:12:02Z</dcterms:modified>
</cp:coreProperties>
</file>