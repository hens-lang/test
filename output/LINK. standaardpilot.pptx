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Standaardpilot</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3</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STANDAARDPILOT · 12 WEKEN · ÉÉN VASTE PRIJS</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Eerst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bewijzen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dan verder.</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De standaardpilot van LINK.: een looptijd van twaalf weken en tien gekwalificeerde afspraken in jullie agenda. Alles inbegrepen, € 4.950 excl. btw.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Standaardpilot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WAARVOOR DE PILOT DIENT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Twaalf weken om drie vragen te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beantwoorden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Klopt de doelgroep</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We testen in de praktijk of het ideale klantprofiel klopt: de juiste branche, de juiste omvang en de juiste beslisser aan de lijn.</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Landt de boodschap</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Elk gesprek laat zien wat werkt: welke ingang opent, welke bezwaren terugkomen en waar de timing zit. Dat koppelen we elke week terug.</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Komen de afspraken</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Tien gekwalificeerde afspraken in jullie agenda laten zien wat koude acquisitie jullie oplevert. Niet op gevoel, maar geteld.</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Na twaalf weken ligt er een eerlijk beeld en een advies. Jullie beslissen op resultaat of we doorgaan.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Standaardpilot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3 / 3</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ER IN DE PILOT ZIT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Vier bouwstenen, één vaste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prijs</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standaardpilot</dc:title>
  <dc:subject>PptxGenJS Presentation</dc:subject>
  <dc:creator>LINK.</dc:creator>
  <cp:lastModifiedBy>LINK.</cp:lastModifiedBy>
  <cp:revision>1</cp:revision>
  <dcterms:created xsi:type="dcterms:W3CDTF">2026-10-12T13:29:52Z</dcterms:created>
  <dcterms:modified xsi:type="dcterms:W3CDTF">2026-10-12T13:29:52Z</dcterms:modified>
</cp:coreProperties>
</file>