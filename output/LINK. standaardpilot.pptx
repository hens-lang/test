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STANDAARDPILOT · 12 WEKEN · ÉÉN VASTE PRIJS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Eerst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bewijzen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verder.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standaardpilot van LINK.: twaalf weken bellen en mailen en tien gekwalificeerde afspraken in jullie agenda. Alles inbegrepen, € 4.950 excl. btw.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WAARVOOR DE PILOT DIENT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om drie vragen 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beantwoorden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Klopt de doelgroep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testen in de praktijk of het ideale klantprofiel klopt: de juiste branche, de juiste omvang en de juiste beslisser aan de lijn.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Landt de boodschap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gesprek laat zien wat werkt: welke ingang opent, welke bezwaren terugkomen en waar de timing zit. Dat koppelen we elke week terug.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Komen de afspraken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 in jullie agenda bewijzen dat koude acquisitie voor jullie werkt, met cijfers in plaats van aannames.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twaalf weken ligt er een eerlijk beeld en een advies. Jullie beslissen op resultaat of we structureel doorgaan.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Standaardpilot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ER IN DE PILOT ZIT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bouwstenen, één vaste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prijs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498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498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Propositie en strategie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5498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 in de kick-off: doelgroep, beslisser, boodschap en bezwaren. Wij schrijven het belscript en de mails, jullie keuren goed.</a:t>
            </a:r>
            <a:endParaRPr lang="en-US" sz="875" dirty="0"/>
          </a:p>
        </p:txBody>
      </p:sp>
      <p:sp>
        <p:nvSpPr>
          <p:cNvPr id="12" name="Shape 10"/>
          <p:cNvSpPr/>
          <p:nvPr/>
        </p:nvSpPr>
        <p:spPr>
          <a:xfrm>
            <a:off x="3390892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6791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6791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6791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maat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06791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klantprofiel: branche, grootte, regio en functie. Bestaande relaties en uitsluitingen halen we er vooraf uit.</a:t>
            </a:r>
            <a:endParaRPr lang="en-US" sz="875" dirty="0"/>
          </a:p>
        </p:txBody>
      </p:sp>
      <p:sp>
        <p:nvSpPr>
          <p:cNvPr id="17" name="Shape 15"/>
          <p:cNvSpPr/>
          <p:nvPr/>
        </p:nvSpPr>
        <p:spPr>
          <a:xfrm>
            <a:off x="6172185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8084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8084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88084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uitvoering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8084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Dagelijks bellen met een regionaal nummer op jullie naam, korte persoonlijke mails als opening en opvolging. Rapportage elke week, evaluatie om de week.</a:t>
            </a:r>
            <a:endParaRPr lang="en-US" sz="875" dirty="0"/>
          </a:p>
        </p:txBody>
      </p:sp>
      <p:sp>
        <p:nvSpPr>
          <p:cNvPr id="22" name="Shape 20"/>
          <p:cNvSpPr/>
          <p:nvPr/>
        </p:nvSpPr>
        <p:spPr>
          <a:xfrm>
            <a:off x="895347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15240">
            <a:solidFill>
              <a:srgbClr val="38B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9377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9377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169377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69377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Fit: het bedrijf past bij de criteria uit de kick-off. Interesse: er is een concrete aanleiding of vraag. Beslisser: de afspraak staat met wie over de aankoop gaat.</a:t>
            </a:r>
            <a:endParaRPr lang="en-US" sz="875" dirty="0"/>
          </a:p>
        </p:txBody>
      </p:sp>
      <p:sp>
        <p:nvSpPr>
          <p:cNvPr id="27" name="Shape 25"/>
          <p:cNvSpPr/>
          <p:nvPr/>
        </p:nvSpPr>
        <p:spPr>
          <a:xfrm>
            <a:off x="609598" y="5079987"/>
            <a:ext cx="10972773" cy="1028697"/>
          </a:xfrm>
          <a:prstGeom prst="roundRect">
            <a:avLst>
              <a:gd name="adj" fmla="val 9877"/>
            </a:avLst>
          </a:prstGeom>
          <a:solidFill>
            <a:srgbClr val="38B6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98" y="5245087"/>
            <a:ext cx="1904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14398" y="5410186"/>
            <a:ext cx="19049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€ 4.950</a:t>
            </a:r>
            <a:endParaRPr lang="en-US" sz="2900" dirty="0"/>
          </a:p>
        </p:txBody>
      </p:sp>
      <p:sp>
        <p:nvSpPr>
          <p:cNvPr id="30" name="Text 28"/>
          <p:cNvSpPr txBox="1"/>
          <p:nvPr/>
        </p:nvSpPr>
        <p:spPr>
          <a:xfrm>
            <a:off x="914398" y="5829285"/>
            <a:ext cx="2031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excl. btw, alles inbegrepen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174992" y="5257787"/>
            <a:ext cx="0" cy="673098"/>
          </a:xfrm>
          <a:prstGeom prst="line">
            <a:avLst/>
          </a:prstGeom>
          <a:noFill/>
          <a:ln w="9525">
            <a:solidFill>
              <a:srgbClr val="0D1420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591" y="5276837"/>
            <a:ext cx="127000" cy="12700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373379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Propositie, belscript en mails</a:t>
            </a:r>
            <a:endParaRPr lang="en-US" sz="9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582" y="5276837"/>
            <a:ext cx="127000" cy="1270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754378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jullie ideale klantprofiel</a:t>
            </a:r>
            <a:endParaRPr lang="en-US" sz="9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591" y="5530836"/>
            <a:ext cx="127000" cy="1270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373379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dagelijks bellen en mailen</a:t>
            </a:r>
            <a:endParaRPr lang="en-US" sz="9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0582" y="5530836"/>
            <a:ext cx="1270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54378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Rapportage elke week, evaluatie om de week</a:t>
            </a:r>
            <a:endParaRPr lang="en-US" sz="9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591" y="5784836"/>
            <a:ext cx="127000" cy="1270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73379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afspraken, € 495 per afspraak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582" y="5784836"/>
            <a:ext cx="127000" cy="12700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4378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Eindrapport met marktinzicht en advies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standaardpilot</dc:title>
  <dc:subject>PptxGenJS Presentation</dc:subject>
  <dc:creator>LINK.</dc:creator>
  <cp:lastModifiedBy>LINK.</cp:lastModifiedBy>
  <cp:revision>1</cp:revision>
  <dcterms:created xsi:type="dcterms:W3CDTF">2026-09-20T09:08:44Z</dcterms:created>
  <dcterms:modified xsi:type="dcterms:W3CDTF">2026-09-20T09:08:44Z</dcterms:modified>
</cp:coreProperties>
</file>