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Techmetric3d</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BART · TECHMETRIC3D ·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Een nieuw voorstel voor Techmetric3d, op de manier waarop we inmiddels met al onze klanten werken. Eén vaste prijs, een looptijd van twaalf weken en tien gekwalificeerde afspraken in jullie agenda.</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445843"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090243"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Bart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Techmetric3d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vaste prijs</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€ 4.950 excl. btw voor de hele pilot. Geen aparte opstartkosten en geen succesfee.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Bart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Techmetric3d</dc:title>
  <dc:subject>PptxGenJS Presentation</dc:subject>
  <dc:creator>LINK.</dc:creator>
  <cp:lastModifiedBy>LINK.</cp:lastModifiedBy>
  <cp:revision>1</cp:revision>
  <dcterms:created xsi:type="dcterms:W3CDTF">2026-10-08T14:35:19Z</dcterms:created>
  <dcterms:modified xsi:type="dcterms:W3CDTF">2026-10-08T14:35:19Z</dcterms:modified>
</cp:coreProperties>
</file>