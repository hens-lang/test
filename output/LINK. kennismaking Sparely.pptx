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BERNHARD · SPARELY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Sparely kan betekenen: structureel aan tafel bij fabrikanten en machinebouwers die hun reserveonderdelen slimmer willen beheren, maar Sparely nog niet kennen.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2201328"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232833" cy="253999"/>
          </a:xfrm>
          <a:prstGeom prst="rect">
            <a:avLst/>
          </a:prstGeom>
        </p:spPr>
      </p:pic>
      <p:sp>
        <p:nvSpPr>
          <p:cNvPr id="34" name="Text 31"/>
          <p:cNvSpPr txBox="1"/>
          <p:nvPr/>
        </p:nvSpPr>
        <p:spPr>
          <a:xfrm>
            <a:off x="2366427" y="5714986"/>
            <a:ext cx="1511296"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Sparely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doen dit al voor onder andere een fairchain koffieleverancier en een AI-consultancybedrijf.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fabrikanten en machinebouwers die hun reserveonderdelen slimmer willen beheren, maar Sparely nog niet kennen.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fabrikanten en machinebouwers</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 DE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Daarna weet je precies wat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werkt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3073392"/>
            <a:ext cx="3359142" cy="0"/>
          </a:xfrm>
          <a:prstGeom prst="line">
            <a:avLst/>
          </a:prstGeom>
          <a:noFill/>
          <a:ln w="9525">
            <a:solidFill>
              <a:srgbClr val="38B6FF">
                <a:alpha val="55000"/>
              </a:srgbClr>
            </a:solidFill>
            <a:prstDash val="solid"/>
          </a:ln>
        </p:spPr>
      </p:sp>
      <p:sp>
        <p:nvSpPr>
          <p:cNvPr id="10" name="Text 8"/>
          <p:cNvSpPr txBox="1"/>
          <p:nvPr/>
        </p:nvSpPr>
        <p:spPr>
          <a:xfrm>
            <a:off x="609598"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Meten</a:t>
            </a:r>
            <a:endParaRPr lang="en-US" sz="1500" dirty="0"/>
          </a:p>
        </p:txBody>
      </p:sp>
      <p:sp>
        <p:nvSpPr>
          <p:cNvPr id="11" name="Text 9"/>
          <p:cNvSpPr txBox="1"/>
          <p:nvPr/>
        </p:nvSpPr>
        <p:spPr>
          <a:xfrm>
            <a:off x="609598"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Na de pilot weet je wat tien afspraken opleveren: hoe de gesprekken gingen, wat eruit kwam en hoeveel klanten je eruit haalt.</a:t>
            </a:r>
            <a:endParaRPr lang="en-US" sz="1050" dirty="0"/>
          </a:p>
        </p:txBody>
      </p:sp>
      <p:sp>
        <p:nvSpPr>
          <p:cNvPr id="12" name="Shape 10"/>
          <p:cNvSpPr/>
          <p:nvPr/>
        </p:nvSpPr>
        <p:spPr>
          <a:xfrm>
            <a:off x="4425939" y="2920993"/>
            <a:ext cx="304799" cy="304799"/>
          </a:xfrm>
          <a:prstGeom prst="ellipse">
            <a:avLst/>
          </a:prstGeom>
          <a:ln w="15240">
            <a:solidFill>
              <a:srgbClr val="38B6FF"/>
            </a:solidFill>
            <a:prstDash val="solid"/>
          </a:ln>
        </p:spPr>
      </p:sp>
      <p:sp>
        <p:nvSpPr>
          <p:cNvPr id="13" name="Text 11"/>
          <p:cNvSpPr txBox="1"/>
          <p:nvPr/>
        </p:nvSpPr>
        <p:spPr>
          <a:xfrm>
            <a:off x="442593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4832338" y="3073392"/>
            <a:ext cx="3359142" cy="0"/>
          </a:xfrm>
          <a:prstGeom prst="line">
            <a:avLst/>
          </a:prstGeom>
          <a:noFill/>
          <a:ln w="9525">
            <a:solidFill>
              <a:srgbClr val="38B6FF">
                <a:alpha val="55000"/>
              </a:srgbClr>
            </a:solidFill>
            <a:prstDash val="solid"/>
          </a:ln>
        </p:spPr>
      </p:sp>
      <p:sp>
        <p:nvSpPr>
          <p:cNvPr id="15" name="Text 13"/>
          <p:cNvSpPr txBox="1"/>
          <p:nvPr/>
        </p:nvSpPr>
        <p:spPr>
          <a:xfrm>
            <a:off x="442593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Rekenen</a:t>
            </a:r>
            <a:endParaRPr lang="en-US" sz="1500" dirty="0"/>
          </a:p>
        </p:txBody>
      </p:sp>
      <p:sp>
        <p:nvSpPr>
          <p:cNvPr id="16" name="Text 14"/>
          <p:cNvSpPr txBox="1"/>
          <p:nvPr/>
        </p:nvSpPr>
        <p:spPr>
          <a:xfrm>
            <a:off x="442593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Dan weet je ook hoeveel afspraken je nodig hebt voor één nieuwe klant. Niet geschat, maar gewoon geteld.</a:t>
            </a:r>
            <a:endParaRPr lang="en-US" sz="1050" dirty="0"/>
          </a:p>
        </p:txBody>
      </p:sp>
      <p:sp>
        <p:nvSpPr>
          <p:cNvPr id="17" name="Shape 15"/>
          <p:cNvSpPr/>
          <p:nvPr/>
        </p:nvSpPr>
        <p:spPr>
          <a:xfrm>
            <a:off x="8242279" y="2920993"/>
            <a:ext cx="304799" cy="304799"/>
          </a:xfrm>
          <a:prstGeom prst="ellipse">
            <a:avLst/>
          </a:prstGeom>
          <a:ln w="15240">
            <a:solidFill>
              <a:srgbClr val="38B6FF"/>
            </a:solidFill>
            <a:prstDash val="solid"/>
          </a:ln>
        </p:spPr>
      </p:sp>
      <p:sp>
        <p:nvSpPr>
          <p:cNvPr id="18" name="Text 16"/>
          <p:cNvSpPr txBox="1"/>
          <p:nvPr/>
        </p:nvSpPr>
        <p:spPr>
          <a:xfrm>
            <a:off x="824227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Text 17"/>
          <p:cNvSpPr txBox="1"/>
          <p:nvPr/>
        </p:nvSpPr>
        <p:spPr>
          <a:xfrm>
            <a:off x="824227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Plannen</a:t>
            </a:r>
            <a:endParaRPr lang="en-US" sz="1500" dirty="0"/>
          </a:p>
        </p:txBody>
      </p:sp>
      <p:sp>
        <p:nvSpPr>
          <p:cNvPr id="20" name="Text 18"/>
          <p:cNvSpPr txBox="1"/>
          <p:nvPr/>
        </p:nvSpPr>
        <p:spPr>
          <a:xfrm>
            <a:off x="824227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Jij zegt hoeveel nieuwe klanten je per vier weken wilt. Wij rekenen terug hoeveel afspraken daarvoor nodig zijn en richten de samenwerking daarop in.</a:t>
            </a:r>
            <a:endParaRPr lang="en-US" sz="1050" dirty="0"/>
          </a:p>
        </p:txBody>
      </p:sp>
      <p:sp>
        <p:nvSpPr>
          <p:cNvPr id="21" name="Shape 19"/>
          <p:cNvSpPr/>
          <p:nvPr/>
        </p:nvSpPr>
        <p:spPr>
          <a:xfrm>
            <a:off x="609598" y="5854685"/>
            <a:ext cx="76200" cy="76200"/>
          </a:xfrm>
          <a:prstGeom prst="ellipse">
            <a:avLst/>
          </a:prstGeom>
          <a:solidFill>
            <a:srgbClr val="38B6FF"/>
          </a:solidFill>
          <a:ln/>
        </p:spPr>
      </p:sp>
      <p:sp>
        <p:nvSpPr>
          <p:cNvPr id="22" name="Text 2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Zo beslis je over het vervolg met je eigen cijfers in de hand.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Bernhard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Sparely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Bernhard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Sparely</dc:title>
  <dc:subject>PptxGenJS Presentation</dc:subject>
  <dc:creator>LINK.</dc:creator>
  <cp:lastModifiedBy>LINK.</cp:lastModifiedBy>
  <cp:revision>1</cp:revision>
  <dcterms:created xsi:type="dcterms:W3CDTF">2026-09-21T10:57:18Z</dcterms:created>
  <dcterms:modified xsi:type="dcterms:W3CDTF">2026-09-21T10:57:18Z</dcterms:modified>
</cp:coreProperties>
</file>