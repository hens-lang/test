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Sparely</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BERNHARD · SPARELY · SEPTEMBER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Wat LINK. voor Sparely kan betekenen: structureel aan tafel bij fabrikanten en machinebouwers die hun reserveonderdelen slimmer willen beheren, maar Sparely nog niet kennen.</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714986"/>
            <a:ext cx="1598079" cy="406399"/>
          </a:xfrm>
          <a:prstGeom prst="roundRect">
            <a:avLst>
              <a:gd name="adj" fmla="val 21875"/>
            </a:avLst>
          </a:prstGeom>
          <a:solidFill>
            <a:srgbClr val="F8F4EB"/>
          </a:solidFill>
          <a:ln/>
        </p:spPr>
      </p:sp>
      <p:pic>
        <p:nvPicPr>
          <p:cNvPr id="33" name="Image 0" descr="preencoded.png">    </p:cNvPr>
          <p:cNvPicPr>
            <a:picLocks noChangeAspect="1"/>
          </p:cNvPicPr>
          <p:nvPr/>
        </p:nvPicPr>
        <p:blipFill>
          <a:blip r:embed="rId1"/>
          <a:stretch>
            <a:fillRect/>
          </a:stretch>
        </p:blipFill>
        <p:spPr>
          <a:xfrm>
            <a:off x="2031995" y="5791186"/>
            <a:ext cx="232833" cy="253999"/>
          </a:xfrm>
          <a:prstGeom prst="rect">
            <a:avLst/>
          </a:prstGeom>
        </p:spPr>
      </p:pic>
      <p:sp>
        <p:nvSpPr>
          <p:cNvPr id="34" name="Text 31"/>
          <p:cNvSpPr txBox="1"/>
          <p:nvPr/>
        </p:nvSpPr>
        <p:spPr>
          <a:xfrm>
            <a:off x="2366427" y="5714986"/>
            <a:ext cx="908048" cy="406399"/>
          </a:xfrm>
          <a:prstGeom prst="rect">
            <a:avLst/>
          </a:prstGeom>
          <a:noFill/>
          <a:ln/>
        </p:spPr>
        <p:txBody>
          <a:bodyPr wrap="square" lIns="0" tIns="0" rIns="0" bIns="0" rtlCol="0" anchor="ctr"/>
          <a:lstStyle/>
          <a:p>
            <a:pPr algn="l" indent="0" marL="0">
              <a:buNone/>
            </a:pPr>
            <a:r>
              <a:rPr lang="en-US" sz="1500" b="1" dirty="0">
                <a:solidFill>
                  <a:srgbClr val="1C2230"/>
                </a:solidFill>
                <a:latin typeface="Arial" pitchFamily="34" charset="0"/>
                <a:ea typeface="Arial" pitchFamily="34" charset="-122"/>
                <a:cs typeface="Arial" pitchFamily="34" charset="-120"/>
              </a:rPr>
              <a:t>Sparely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Sparely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doen dit al voor onder andere een fairchain koffieleverancier en een AI-consultancybedrijf.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Sparely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basis van jullie ideale klant: branche, grootte, regio en functie. Bestaande relaties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Sparely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Sparely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situatie voldoen aan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heeft een concrete aanleiding of vraag en neemt bewust de tijd. Wij leggen de aanleiding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iemand die over de aankoop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Sparely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STANDAARDPILOT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fabrikanten en machinebouwers die hun reserveonderdelen slimmer willen beheren, maar Sparely nog niet kennen. Bestaande relaties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met fabrikanten en machinebouwers</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Sparely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Sparely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Bernhard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bij Sparely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 Sparely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 Sparely</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Bernhard geeft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kennismaking Sparely</dc:title>
  <dc:subject>PptxGenJS Presentation</dc:subject>
  <dc:creator>LINK.</dc:creator>
  <cp:lastModifiedBy>LINK.</cp:lastModifiedBy>
  <cp:revision>1</cp:revision>
  <dcterms:created xsi:type="dcterms:W3CDTF">2026-10-12T13:30:06Z</dcterms:created>
  <dcterms:modified xsi:type="dcterms:W3CDTF">2026-10-12T13:30:06Z</dcterms:modified>
</cp:coreProperties>
</file>