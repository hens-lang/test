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980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32833" cy="253999"/>
          </a:xfrm>
          <a:prstGeom prst="rect">
            <a:avLst/>
          </a:prstGeom>
        </p:spPr>
      </p:pic>
      <p:sp>
        <p:nvSpPr>
          <p:cNvPr id="34" name="Text 31"/>
          <p:cNvSpPr txBox="1"/>
          <p:nvPr/>
        </p:nvSpPr>
        <p:spPr>
          <a:xfrm>
            <a:off x="2366427" y="5714986"/>
            <a:ext cx="908048"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een afspraak kost</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Daarmee weten we hoeveel afspraken per dagdeel realistisch zijn en wat een afspraak dus kost.</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bezetting, vast aantal</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kiezen hoeveel dagdelen per week we bellen. Daar hangt een vast aantal afspraken aan en wij trekken de tijd uit die daarvoor nodig is.</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2026-09-21T15:33:46Z</dcterms:created>
  <dcterms:modified xsi:type="dcterms:W3CDTF">2026-09-21T15:33:46Z</dcterms:modified>
</cp:coreProperties>
</file>