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voor jullie bellen. Hoe meer bezetting, hoe scherper het tarief, want dan draait een vaste beller vol op jullie verhaal.</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 target</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Aan die bezetting hangt een vast aantal gekwalificeerde afspraken per werkperiode. Dat getal komt uit jullie eigen pilot, niet uit een aanname.</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target bellen we door</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Staat het aantal aan het eind van de werkperiode niet, dan bellen we door zonder extra kosten tot het er wel staat.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Boven target delen we mee</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Komen er meer afspraken uit dan afgesproken, dan spreken we daar vooraf een bonus voor af. Zo blijft doorpakken voor ons allebei interessant.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Elke drie werkperiodes herijken we het target samen. Verandert de markt of de doelgroep, dan verandert het getal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2026-09-21T15:27:35Z</dcterms:created>
  <dcterms:modified xsi:type="dcterms:W3CDTF">2026-09-21T15:27:35Z</dcterms:modified>
</cp:coreProperties>
</file>