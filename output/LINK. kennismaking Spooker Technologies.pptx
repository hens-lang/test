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SPOOKER TECHNOLOGIES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Spooker kan betekenen: structureel aan tafel bij bedrijven die bij het Spooker-platform passen,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3240306"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471713" cy="253999"/>
          </a:xfrm>
          <a:prstGeom prst="rect">
            <a:avLst/>
          </a:prstGeom>
        </p:spPr>
      </p:pic>
      <p:sp>
        <p:nvSpPr>
          <p:cNvPr id="34" name="Text 31"/>
          <p:cNvSpPr txBox="1"/>
          <p:nvPr/>
        </p:nvSpPr>
        <p:spPr>
          <a:xfrm>
            <a:off x="2605308" y="5714986"/>
            <a:ext cx="2311394"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Spooker Technologies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bedrijven waar het Spooker-platform past, op branche, grootte, regio en functie.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Spooker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Spooker Technologies</dc:title>
  <dc:subject>PptxGenJS Presentation</dc:subject>
  <dc:creator>LINK.</dc:creator>
  <cp:lastModifiedBy>LINK.</cp:lastModifiedBy>
  <cp:revision>1</cp:revision>
  <dcterms:created xsi:type="dcterms:W3CDTF">2026-09-22T13:42:35Z</dcterms:created>
  <dcterms:modified xsi:type="dcterms:W3CDTF">2026-09-22T13:42:35Z</dcterms:modified>
</cp:coreProperties>
</file>