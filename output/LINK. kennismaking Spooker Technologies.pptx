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Spooker Technologies</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SPOOKER TECHNOLOGIES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LINK. voor Spooker kan betekenen: structureel aan tafel bij bedrijven die bij het Spooker-platform passen, en na twaalf weken een plan op basis van echte cijfers.</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3240306" cy="406399"/>
          </a:xfrm>
          <a:prstGeom prst="roundRect">
            <a:avLst>
              <a:gd name="adj" fmla="val 21875"/>
            </a:avLst>
          </a:prstGeom>
          <a:solidFill>
            <a:srgbClr val="F8F4EB"/>
          </a:solidFill>
          <a:ln/>
        </p:spPr>
      </p:sp>
      <p:pic>
        <p:nvPicPr>
          <p:cNvPr id="33" name="Image 0" descr="preencoded.png">    </p:cNvPr>
          <p:cNvPicPr>
            <a:picLocks noChangeAspect="1"/>
          </p:cNvPicPr>
          <p:nvPr/>
        </p:nvPicPr>
        <p:blipFill>
          <a:blip r:embed="rId1"/>
          <a:stretch>
            <a:fillRect/>
          </a:stretch>
        </p:blipFill>
        <p:spPr>
          <a:xfrm>
            <a:off x="2031995" y="5791186"/>
            <a:ext cx="471713" cy="253999"/>
          </a:xfrm>
          <a:prstGeom prst="rect">
            <a:avLst/>
          </a:prstGeom>
        </p:spPr>
      </p:pic>
      <p:sp>
        <p:nvSpPr>
          <p:cNvPr id="34" name="Text 31"/>
          <p:cNvSpPr txBox="1"/>
          <p:nvPr/>
        </p:nvSpPr>
        <p:spPr>
          <a:xfrm>
            <a:off x="2605308" y="5714986"/>
            <a:ext cx="2311394" cy="406399"/>
          </a:xfrm>
          <a:prstGeom prst="rect">
            <a:avLst/>
          </a:prstGeom>
          <a:noFill/>
          <a:ln/>
        </p:spPr>
        <p:txBody>
          <a:bodyPr wrap="square" lIns="0" tIns="0" rIns="0" bIns="0" rtlCol="0" anchor="ctr"/>
          <a:lstStyle/>
          <a:p>
            <a:pPr algn="l" indent="0" marL="0">
              <a:buNone/>
            </a:pPr>
            <a:r>
              <a:rPr lang="en-US" sz="1500" b="1" dirty="0">
                <a:solidFill>
                  <a:srgbClr val="1C2230"/>
                </a:solidFill>
                <a:latin typeface="Arial" pitchFamily="34" charset="0"/>
                <a:ea typeface="Arial" pitchFamily="34" charset="-122"/>
                <a:cs typeface="Arial" pitchFamily="34" charset="-120"/>
              </a:rPr>
              <a:t>Spooker Technologies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in uiteenlopende branches.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bellen we dagelijks.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bedrijven waar het Spooker-platform past, op branche, grootte, regio en functie. Bestaande relaties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werkdag bellen met een regionaal nummer op jullie naam. Elke week een rapportage, om de week evaluatie. Gaat het makkelijker of juist moeizamer, dan zitten we eerder om tafel en schakelen we direct.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op jullie ideale klant</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Twaalf weken elke werkdag bellen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Je koopt geen uren. Je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investeert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afspraken in de agenda.</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we dan weten</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en hoeveel afspraken er nodig zijn voor één nieuwe klant. Niet geschat, gewoon geteld.</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Van doel naar bezetting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zeggen hoeveel nieuwe klanten je per periode wilt. Wij rekenen terug hoeveel afspraken daarvoor nodig zijn en trekken daar de tijd voor uit.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target is voor jullie</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Zijn we eerder klaar dan gepland, dan bellen we de tijd gewoon vol. Wat er dan nog bij komt is voor jullie, zonder extra factuur.</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Het target komt uit jullie eigen cijfers, dus dat halen we. Zo niet, dan halen we het de volgende werkperiode 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de beslisser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Spooker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geven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 Spooker Technologies</dc:title>
  <dc:subject>PptxGenJS Presentation</dc:subject>
  <dc:creator>LINK.</dc:creator>
  <cp:lastModifiedBy>LINK.</cp:lastModifiedBy>
  <cp:revision>1</cp:revision>
  <dcterms:created xsi:type="dcterms:W3CDTF">2026-09-22T06:15:16Z</dcterms:created>
  <dcterms:modified xsi:type="dcterms:W3CDTF">2026-09-22T06:15:16Z</dcterms:modified>
</cp:coreProperties>
</file>