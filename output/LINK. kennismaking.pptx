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pilot van twaalf weken inhoudt en hoe we daarna verder bouwen.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een afspraak kost</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Daarmee weten we hoeveel afspraken per dagdeel realistisch zijn en wat een afspraak dus kost.</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bezetting, vast aantal</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kiezen hoeveel dagdelen per week we bellen. Daar hangt een vast aantal afspraken aan en wij trekken de tijd uit die daarvoor nodig is.</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2026-09-21T15:33:43Z</dcterms:created>
  <dcterms:modified xsi:type="dcterms:W3CDTF">2026-09-21T15:33:43Z</dcterms:modified>
</cp:coreProperties>
</file>