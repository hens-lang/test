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KENNISMAKING · LINK.</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Wie we zijn, hoe we werken, wat de pilot van twaalf weken inhoudt en hoe we daarna verder bouwen.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in uiteenlopende branches.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gaan we bellen, op de dagen en dagdelen die in onze data het beste werken voor jullie branche.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branche, grootte, regio en functie. Bestaande relaties en uitsluitingen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Looptijd van twaalf weken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De pilot loopt twaalf weken. We bellen daarin op de dagen en dagdelen die in onze data het beste werken voor jullie branche, met een regionaal nummer op jullie naam. Elke week een rapportage, om de week evaluatie.</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op jullie ideale klant</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Beldagen binnen een looptijd van 12 weken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Je koopt geen uren. Je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investeert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afspraken in de agenda.</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we dan weten</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en hoeveel afspraken er nodig zijn voor één nieuwe klant. Niet geschat, gewoon geteld.</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Van doel naar bezetting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zeggen hoeveel nieuwe klanten je per periode wilt. Wij rekenen terug hoeveel afspraken daarvoor nodig zijn en trekken daar de tijd voor uit.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de beslisser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geven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dc:title>
  <dc:subject>PptxGenJS Presentation</dc:subject>
  <dc:creator>LINK.</dc:creator>
  <cp:lastModifiedBy>LINK.</cp:lastModifiedBy>
  <cp:revision>1</cp:revision>
  <dcterms:created xsi:type="dcterms:W3CDTF">2026-09-29T10:11:42Z</dcterms:created>
  <dcterms:modified xsi:type="dcterms:W3CDTF">2026-09-29T10:11:42Z</dcterms:modified>
</cp:coreProperties>
</file>