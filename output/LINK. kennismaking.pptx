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afspraak kost</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Daarmee weten we hoeveel afspraken per dagdeel realistisch zijn en wat een afspraak dus kost.</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 vast aantal</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bellen. Met de ratio uit de pilot ligt daarmee ook vast hoeveel afspraken er per werkperiode staan.</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target bellen we door</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Staat het aantal aan het eind van de werkperiode niet, dan bellen we door zonder extra kosten tot het er wel staat.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Elke drie werkperiodes herijken we het target samen. Verandert de markt of de doelgroep, dan verandert het getal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2026-09-21T15:30:32Z</dcterms:created>
  <dcterms:modified xsi:type="dcterms:W3CDTF">2026-09-21T15:30:32Z</dcterms:modified>
</cp:coreProperties>
</file>