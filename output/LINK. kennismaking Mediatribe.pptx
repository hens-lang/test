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JOOST · MEDIATRIBE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Mediatribe kan betekenen: structureel gesprekken met bedrijven die jullie nog niet kennen, en na twaalf weken een plan op basis van echte cijfers.</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892295" cy="406399"/>
          </a:xfrm>
          <a:prstGeom prst="roundRect">
            <a:avLst>
              <a:gd name="adj" fmla="val 21875"/>
            </a:avLst>
          </a:prstGeom>
          <a:solidFill>
            <a:srgbClr val="F8F4EB"/>
          </a:solidFill>
          <a:ln/>
        </p:spPr>
      </p:sp>
      <p:pic>
        <p:nvPicPr>
          <p:cNvPr id="33" name="Image 0" descr="preencoded.png">    </p:cNvPr>
          <p:cNvPicPr>
            <a:picLocks noChangeAspect="1"/>
          </p:cNvPicPr>
          <p:nvPr/>
        </p:nvPicPr>
        <p:blipFill>
          <a:blip r:embed="rId1"/>
          <a:stretch>
            <a:fillRect/>
          </a:stretch>
        </p:blipFill>
        <p:spPr>
          <a:xfrm>
            <a:off x="2031995" y="5791186"/>
            <a:ext cx="203199" cy="253999"/>
          </a:xfrm>
          <a:prstGeom prst="rect">
            <a:avLst/>
          </a:prstGeom>
        </p:spPr>
      </p:pic>
      <p:sp>
        <p:nvSpPr>
          <p:cNvPr id="34" name="Text 31"/>
          <p:cNvSpPr txBox="1"/>
          <p:nvPr/>
        </p:nvSpPr>
        <p:spPr>
          <a:xfrm>
            <a:off x="2336794" y="5714986"/>
            <a:ext cx="1231897" cy="406399"/>
          </a:xfrm>
          <a:prstGeom prst="rect">
            <a:avLst/>
          </a:prstGeom>
          <a:noFill/>
          <a:ln/>
        </p:spPr>
        <p:txBody>
          <a:bodyPr wrap="square" lIns="0" tIns="0" rIns="0" bIns="0" rtlCol="0" anchor="ctr"/>
          <a:lstStyle/>
          <a:p>
            <a:pPr algn="l" indent="0" marL="0">
              <a:buNone/>
            </a:pPr>
            <a:r>
              <a:rPr lang="en-US" sz="1500" b="1" dirty="0">
                <a:solidFill>
                  <a:srgbClr val="1C2230"/>
                </a:solidFill>
                <a:latin typeface="Arial" pitchFamily="34" charset="0"/>
                <a:ea typeface="Arial" pitchFamily="34" charset="-122"/>
                <a:cs typeface="Arial" pitchFamily="34" charset="-120"/>
              </a:rPr>
              <a:t>Mediatribe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in uiteenlopende branches.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gaan we bellen, op de dagen en dagdelen die in onze data het beste werken voor jullie branche.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branche, grootte, regio en functie. Bestaande relaties en uitsluitingen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bellen op de dagen en dagdelen die in onze data het beste werken voor jullie branche,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op jullie ideale klant</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bellen op de beste momenten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VERDER GAAN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Je koopt geen uren. Je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investeert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afspraken in de agenda.</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Wat we dan weten</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de pilot blijkt hoeveel tijd er in één gekwalificeerde afspraak zit en hoeveel afspraken er nodig zijn voor één nieuwe klant. Niet geschat, gewoon geteld.</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Van doel naar bezetting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zeggen hoeveel nieuwe klanten je per periode wilt. Wij rekenen terug hoeveel afspraken daarvoor nodig zijn en trekken daar de tijd voor uit.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target is voor jullie</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Zijn we eerder klaar dan gepland, dan bellen we de tijd gewoon vol. Wat er dan nog bij komt is voor jullie, zonder extra factuur.</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omzet</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afspraak een opdracht, dan spreken we daar vooraf een succesfee over af. Wij verdienen pas extra als het jullie ook echt omzet oplevert.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Het target komt uit jullie eigen cijfers, dus dat halen we. Zo niet, dan halen we het de volgende werkperiode in.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de beslisser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Mediatribe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Mediatribe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Mediatribe</dc:title>
  <dc:subject>PptxGenJS Presentation</dc:subject>
  <dc:creator>LINK.</dc:creator>
  <cp:lastModifiedBy>LINK.</cp:lastModifiedBy>
  <cp:revision>1</cp:revision>
  <dcterms:created xsi:type="dcterms:W3CDTF">2026-09-28T05:55:31Z</dcterms:created>
  <dcterms:modified xsi:type="dcterms:W3CDTF">2026-09-28T05:55:31Z</dcterms:modified>
</cp:coreProperties>
</file>